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2"/>
  </p:normalViewPr>
  <p:slideViewPr>
    <p:cSldViewPr snapToGrid="0">
      <p:cViewPr>
        <p:scale>
          <a:sx n="75" d="100"/>
          <a:sy n="75" d="100"/>
        </p:scale>
        <p:origin x="1984" y="1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17D278-CA94-6224-8F03-D9796C20D6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F85CBA8-13B1-D2EC-8AD3-63879804D9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241C08E-CA3D-83CE-AA6E-746C95C00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8CA8-E9C5-5E4E-8BDD-227D47989F7B}" type="datetimeFigureOut">
              <a:rPr lang="it-IT" smtClean="0"/>
              <a:t>19/03/26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EFDB594-C3BE-DBBC-C072-094152512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BAA534E-BB68-FCB4-FCFF-CF00C7AEB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E7AE-928C-5349-B246-65E5358349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298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862866-0A98-B906-8555-024B6D96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0B515AD-A08E-23AA-662A-F286B1E88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FB2FB80-5171-4F2A-4293-030B4B691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8CA8-E9C5-5E4E-8BDD-227D47989F7B}" type="datetimeFigureOut">
              <a:rPr lang="it-IT" smtClean="0"/>
              <a:t>19/03/26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261A8C9-0072-82DC-3906-776A0CF64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CEC6E61-DF22-A3AD-C9B9-4AD221F1E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E7AE-928C-5349-B246-65E5358349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8352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EB26CE-2E46-09F1-5338-8329E2359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EEC6FF5-AF80-09FF-3B76-758F2A829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0BC3D0E-35B2-7D65-B111-3FDF60AEA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8CA8-E9C5-5E4E-8BDD-227D47989F7B}" type="datetimeFigureOut">
              <a:rPr lang="it-IT" smtClean="0"/>
              <a:t>19/03/26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A071D6B-47BD-923D-FB50-77415F154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337FD1D-4F6D-6400-8967-789494990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E7AE-928C-5349-B246-65E5358349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7319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9F38C0-9554-638E-5F42-2BA82BDE0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178EBB-379E-22AA-EF36-ED961E8EA8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AC6A4F7-0FF0-1F8A-DF28-CA6795DEF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3758AAA-5DEF-73D0-41AA-254B18C80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8CA8-E9C5-5E4E-8BDD-227D47989F7B}" type="datetimeFigureOut">
              <a:rPr lang="it-IT" smtClean="0"/>
              <a:t>19/03/26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BCC56B9-158D-3B2B-B3ED-65849B62D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631D5C0-5067-541C-910C-0BF14051D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E7AE-928C-5349-B246-65E5358349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9226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5C13BB-610E-68DD-A65B-10BF10CC1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D9BFA14-8D62-0F38-242D-6874CBE02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08DAA38-08A9-592E-A7A4-50B50A9CF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F2516DC-FB69-F134-E0C2-BD709D812D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B0C8594-BDCB-B319-468D-7AFDEC70F6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4E6FD8C-BA60-F606-79A6-C3CB3ED95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8CA8-E9C5-5E4E-8BDD-227D47989F7B}" type="datetimeFigureOut">
              <a:rPr lang="it-IT" smtClean="0"/>
              <a:t>19/03/26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057EE20-B710-E3AA-EB84-50536341D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C680A11-4448-EE45-F6C5-2D00CCD5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E7AE-928C-5349-B246-65E5358349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2767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0C87F9-AAD0-2A3B-8CFD-78F72A5D0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DF06E33-769C-1F79-FCE5-1F542CC14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8CA8-E9C5-5E4E-8BDD-227D47989F7B}" type="datetimeFigureOut">
              <a:rPr lang="it-IT" smtClean="0"/>
              <a:t>19/03/26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B4B3582-641A-A206-9E65-3519E92BD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101B82-28B6-E157-01D5-0CAFC1C1B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E7AE-928C-5349-B246-65E5358349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1618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0F1EA19-A846-6001-BBDC-D1011E680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8CA8-E9C5-5E4E-8BDD-227D47989F7B}" type="datetimeFigureOut">
              <a:rPr lang="it-IT" smtClean="0"/>
              <a:t>19/03/26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4C954C7-3086-3D80-BEAD-2E1D09ED4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B98A58A-D6AF-D2D0-CE44-5777AA19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E7AE-928C-5349-B246-65E5358349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74307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41FBD5-E485-8D2C-A39B-981150C0A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BD6D372-8298-6B7D-B16C-EFE74641D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BF0877D-B995-3B2D-8FDD-35603A701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B06A282-87D6-F703-25C7-BF33A310F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8CA8-E9C5-5E4E-8BDD-227D47989F7B}" type="datetimeFigureOut">
              <a:rPr lang="it-IT" smtClean="0"/>
              <a:t>19/03/26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034D5F5-5AE1-B2B8-0460-C2C7048CE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E6B2D27-BA57-E2BC-477C-DA76E4D21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E7AE-928C-5349-B246-65E5358349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9441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827D8D-F902-ADC0-990E-EB0E597F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0E74523-B92B-43E0-208D-E4FDA6B36F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F6DAD07-2717-4039-2D35-EAF330A75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D922169-37CF-CA5F-A4E5-FEB1D8F82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8CA8-E9C5-5E4E-8BDD-227D47989F7B}" type="datetimeFigureOut">
              <a:rPr lang="it-IT" smtClean="0"/>
              <a:t>19/03/26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D227647-31DD-D13A-1CA9-EB73039B7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B52B6F2-9CE3-E100-82E3-4776711ED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E7AE-928C-5349-B246-65E5358349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1592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75135D-2CF7-FCFB-C9FB-60E5EEA9B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C761CC0-E883-E1E1-1876-23A6034C46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C4C1BD8-02B1-C0DE-AB41-E25741042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8CA8-E9C5-5E4E-8BDD-227D47989F7B}" type="datetimeFigureOut">
              <a:rPr lang="it-IT" smtClean="0"/>
              <a:t>19/03/26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3835FA8-308E-C364-CC48-9B9C3CCCF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10B1536-58F2-8EE1-7F46-CAC6E6814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E7AE-928C-5349-B246-65E5358349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9656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75DD3A8-5A51-F6FA-5C6C-B1D1D58B3D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70A47DF-A966-8AF3-3F68-A6F365655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9DA4A50-D768-2946-2599-E6F0EA2D2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8CA8-E9C5-5E4E-8BDD-227D47989F7B}" type="datetimeFigureOut">
              <a:rPr lang="it-IT" smtClean="0"/>
              <a:t>19/03/26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F0D6A5F-9F28-6C1F-AE2A-E9EC9DE2A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CC54BB6-6882-A245-3F59-034F92853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E7AE-928C-5349-B246-65E5358349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2174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F51875C-30A9-65EF-06E4-621DA1CBF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2A10813-1876-3919-4B60-2E055A822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0DF9A0E-ADBE-F638-CE93-C91137C944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C58CA8-E9C5-5E4E-8BDD-227D47989F7B}" type="datetimeFigureOut">
              <a:rPr lang="it-IT" smtClean="0"/>
              <a:t>19/03/26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ACAB8E3-6430-5212-97C7-FEE1D81FAF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1EA18AF-3CE5-B748-F0E7-8FF43609F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EFE7AE-928C-5349-B246-65E5358349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3141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9E73D12-9319-E216-BCAF-18C5A2EF64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81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7B5C4751-D326-48B5-2BB5-2569686F1B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65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902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9147B3-1D83-64EE-C1BE-09617BDCA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7F38EB7-85D9-A38F-7B33-CEF1AD1857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008"/>
          <a:stretch>
            <a:fillRect/>
          </a:stretch>
        </p:blipFill>
        <p:spPr>
          <a:xfrm>
            <a:off x="0" y="1"/>
            <a:ext cx="1218895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231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B446B24-202D-1572-CAC7-0941CA21C2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175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921ADFA7-B2B4-888A-9EDC-447981B136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089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E9F43D-E786-4F3B-D36F-C8845ECB4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4B45D3-22D8-A190-72EB-E590400F7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94DE11E-878B-CAA2-D1F5-E10CBAD10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7156" y="-524933"/>
            <a:ext cx="14044974" cy="784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4617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Angelo Guarnerio</dc:creator>
  <cp:lastModifiedBy>Angelo Guarnerio</cp:lastModifiedBy>
  <cp:revision>1</cp:revision>
  <dcterms:created xsi:type="dcterms:W3CDTF">2026-03-19T19:08:59Z</dcterms:created>
  <dcterms:modified xsi:type="dcterms:W3CDTF">2026-03-19T19:19:48Z</dcterms:modified>
</cp:coreProperties>
</file>