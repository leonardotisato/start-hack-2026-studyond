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/>
    <p:restoredTop sz="94725"/>
  </p:normalViewPr>
  <p:slideViewPr>
    <p:cSldViewPr snapToGrid="0">
      <p:cViewPr varScale="1">
        <p:scale>
          <a:sx n="113" d="100"/>
          <a:sy n="113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9FE6100-F8BE-073D-C905-029CA5E5AC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5A1EEC36-91DE-45D9-BA9B-8E65DE93D2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FAA49C0-8B45-3688-56BF-8807D6F46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DADF8-1C91-0740-A86F-D459C0CE5FDC}" type="datetimeFigureOut">
              <a:rPr lang="it-IT" smtClean="0"/>
              <a:t>19/03/26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7A5B831-1A7C-F31A-B7D2-DA6617FFB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EC0EEF4-EA8D-4B79-1747-FBBCF3440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83248-BFCB-3343-AC7A-64A1907D235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22748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6AC686F-C03D-781A-E2B8-306569FAA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13493E-5093-52DE-126E-1E3AA65F9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EA1290F-54A5-9E66-6B66-A7E2C2596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DADF8-1C91-0740-A86F-D459C0CE5FDC}" type="datetimeFigureOut">
              <a:rPr lang="it-IT" smtClean="0"/>
              <a:t>19/03/26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2D3C1D2-666B-DF75-2CF3-87E302849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5B77EA8-3AF6-3EB7-1884-EAF6FC76F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83248-BFCB-3343-AC7A-64A1907D235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37013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F206B17-FACA-9BC9-310C-34ECEA94B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C03018E-86D4-CC98-22D7-1C8A0912DE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1695961-3B0E-220A-CD85-7DF5ABF06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DADF8-1C91-0740-A86F-D459C0CE5FDC}" type="datetimeFigureOut">
              <a:rPr lang="it-IT" smtClean="0"/>
              <a:t>19/03/26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EFEA82A-C346-3539-94CB-00156216D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A50E1FC-EC87-2293-7910-5E848677D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83248-BFCB-3343-AC7A-64A1907D235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45739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1E5C57E-DE5D-91BD-FFD2-DF89476AE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8AAED2A-9580-801B-0EDC-1ACFF8F8BA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6875A05-B480-3D28-9935-D733E8EEE8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2DB5AFC-C7A1-3ABD-2E26-8DC9280B9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DADF8-1C91-0740-A86F-D459C0CE5FDC}" type="datetimeFigureOut">
              <a:rPr lang="it-IT" smtClean="0"/>
              <a:t>19/03/26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35FB86B-61E8-6BBA-CA06-28001A9DE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301BADD-3F00-717A-916F-9CF124D90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83248-BFCB-3343-AC7A-64A1907D235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25632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416B7FF-2FE4-B3E7-5252-574B99096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F5FC186-E297-5B97-EB15-A7CDA45537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FC95922-293D-5495-ADBC-EAE3C4FFBC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D5D9F5AF-F213-57E1-2BD6-D3FD01C02D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195597F0-FE81-A75E-EF12-D7D073196A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E8BCDF13-D4B4-6954-9208-88033F3CE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DADF8-1C91-0740-A86F-D459C0CE5FDC}" type="datetimeFigureOut">
              <a:rPr lang="it-IT" smtClean="0"/>
              <a:t>19/03/26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F38E1B17-77E3-0BA7-F490-50915AF54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E9192064-DC31-176E-71D2-7199F0EDC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83248-BFCB-3343-AC7A-64A1907D235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92678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637C11D-D611-C862-8410-58C77DEF4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3FBC0662-041B-C38D-881E-A89CE4612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DADF8-1C91-0740-A86F-D459C0CE5FDC}" type="datetimeFigureOut">
              <a:rPr lang="it-IT" smtClean="0"/>
              <a:t>19/03/26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0F6C5CA-2D95-67EB-63A2-330D8CC10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6CC5F4D-F186-7F2D-D628-06EC8D5BC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83248-BFCB-3343-AC7A-64A1907D235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40716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1FC8C466-D05B-3C8A-C1F4-A8AAC939E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DADF8-1C91-0740-A86F-D459C0CE5FDC}" type="datetimeFigureOut">
              <a:rPr lang="it-IT" smtClean="0"/>
              <a:t>19/03/26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164FD581-4985-41A7-CB5F-D728073CB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166945C-B253-B637-3C8A-F466AA717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83248-BFCB-3343-AC7A-64A1907D235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24108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71ECC19-8DF6-4583-BC5E-54908DF71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A2A5ABD-14AF-F31B-8442-B175354405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4314280-BE53-DD2B-A0E3-41A714DDB8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7B828F1-BE39-DF60-4365-31B8DE8B4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DADF8-1C91-0740-A86F-D459C0CE5FDC}" type="datetimeFigureOut">
              <a:rPr lang="it-IT" smtClean="0"/>
              <a:t>19/03/26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791F60C-74E4-5F62-17AC-328831C66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56B1E18-B01C-FCEC-8427-929798C89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83248-BFCB-3343-AC7A-64A1907D235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07354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3493ED-4089-87AB-1050-AF4150990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819AFF30-B873-5ADB-4814-8EC55E1529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ECA039D-E800-79AB-D09E-3BCDE8061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49D081F-B02D-39B8-5BC9-DDCEB2C95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DADF8-1C91-0740-A86F-D459C0CE5FDC}" type="datetimeFigureOut">
              <a:rPr lang="it-IT" smtClean="0"/>
              <a:t>19/03/26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FAEBC6D-7550-4D69-AA1B-AB59390EE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BE8299D-D572-00C5-3C56-FBA9D0B43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83248-BFCB-3343-AC7A-64A1907D235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68902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5B4AD4C-9F1C-3F66-7847-CA2E06322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5E477B69-2D8F-8C0A-AD02-6FFEAF71FC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9C82E50-4454-305E-8D09-D107F9CEE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DADF8-1C91-0740-A86F-D459C0CE5FDC}" type="datetimeFigureOut">
              <a:rPr lang="it-IT" smtClean="0"/>
              <a:t>19/03/26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457BCA7-0F3C-6320-1209-BEC6A62DB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A96ECB9-E119-AE09-BFBB-5099E1C6C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83248-BFCB-3343-AC7A-64A1907D235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83273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E1C660AE-5388-7B6E-057F-1DC5ABEDDF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FA8B99EE-1B72-0051-457A-C9BDD2D93F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51FFF91-3256-5D2C-904C-576D40414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DADF8-1C91-0740-A86F-D459C0CE5FDC}" type="datetimeFigureOut">
              <a:rPr lang="it-IT" smtClean="0"/>
              <a:t>19/03/26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E5D390C-2826-131A-3E61-3A17BC173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3A40129-4CEB-BC9F-0386-41A06D3F1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83248-BFCB-3343-AC7A-64A1907D235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03222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47269C6A-D27E-294D-D193-1D038FF8B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EA0FD6B-C467-4C51-933C-32D195B1F5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B5B8050-1160-710A-1DB6-5F211DD62D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1DADF8-1C91-0740-A86F-D459C0CE5FDC}" type="datetimeFigureOut">
              <a:rPr lang="it-IT" smtClean="0"/>
              <a:t>19/03/26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50E9906-0438-D06A-825A-45A4EB0DFA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7BCB051-7600-D51D-F784-4FAB1BC820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383248-BFCB-3343-AC7A-64A1907D235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39945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99676B8-2D2A-DC56-4AB4-B19AAF0062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32151B1E-B1A7-6D51-FBC5-26ADBB0810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67AC07D6-BEE1-26A7-4C29-CB3807F429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77869" y="-408106"/>
            <a:ext cx="13747738" cy="7674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884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8C62F22-0A63-8321-965D-785891B7C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9D2E04-7DFA-96BA-B96A-48F3F1F881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DC7CFE3B-24A7-8EC5-5519-98ED57F7E0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14289" y="-418879"/>
            <a:ext cx="13786338" cy="7695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000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0F099BE-5B14-B20C-57CE-DE40F6E13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F05B1B4-FDBE-140E-0169-68BBF09015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84D4B476-4FD1-0F65-B73F-A3D3245DEA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45477" y="0"/>
            <a:ext cx="13082954" cy="7637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705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DA9F7D4-6C0A-F32B-D485-1D95BE6D0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6E04466-3BA1-9715-E319-B0F9EB3711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6ABFD6FF-33B7-BD3F-0618-4E778682C1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46406" y="0"/>
            <a:ext cx="13884812" cy="8105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338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BF5DB4F-16E5-A07C-FE6D-313FB055F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5DAC444-8E3D-93AA-7381-7470F9B2E1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5CAED9C8-AA8D-55F5-012E-3DCC9DB53E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90161" y="0"/>
            <a:ext cx="12972321" cy="7572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2092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84235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0</Words>
  <Application>Microsoft Macintosh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Angelo Guarnerio</dc:creator>
  <cp:lastModifiedBy>Angelo Guarnerio</cp:lastModifiedBy>
  <cp:revision>2</cp:revision>
  <dcterms:created xsi:type="dcterms:W3CDTF">2026-03-19T21:58:08Z</dcterms:created>
  <dcterms:modified xsi:type="dcterms:W3CDTF">2026-03-19T23:26:50Z</dcterms:modified>
</cp:coreProperties>
</file>